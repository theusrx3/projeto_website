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5" r:id="rId5"/>
    <p:sldId id="310" r:id="rId6"/>
    <p:sldId id="311" r:id="rId7"/>
    <p:sldId id="313" r:id="rId8"/>
    <p:sldId id="312" r:id="rId9"/>
    <p:sldId id="314" r:id="rId10"/>
    <p:sldId id="315" r:id="rId11"/>
  </p:sldIdLst>
  <p:sldSz cx="12188825" cy="6858000"/>
  <p:notesSz cx="6858000" cy="9144000"/>
  <p:custDataLst>
    <p:tags r:id="rId14"/>
  </p:custDataLst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9" autoAdjust="0"/>
  </p:normalViewPr>
  <p:slideViewPr>
    <p:cSldViewPr showGuides="1">
      <p:cViewPr varScale="1">
        <p:scale>
          <a:sx n="114" d="100"/>
          <a:sy n="114" d="100"/>
        </p:scale>
        <p:origin x="414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3E36956-3452-45FD-A1D8-3574743558BA}" type="datetime1">
              <a:rPr lang="pt-BR" smtClean="0"/>
              <a:pPr algn="r" rtl="0"/>
              <a:t>29/06/2023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pt-BR" smtClean="0"/>
              <a:pPr algn="r"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2C183F4-168E-4576-AC99-60635C2E1F1D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93199CD-3E1B-4AE6-990F-76F925F5EA9F}" type="slidenum">
              <a:rPr lang="pt-BR" noProof="0" smtClean="0"/>
              <a:pPr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211769B-D019-4A86-8334-0A9D6D419A60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 baseline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A5EA5BE-0305-48F1-B45B-3F07AA1244A2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C2D1C76-DED1-4BE0-8F34-1641B8636BA4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A013F82-EE5E-44EE-A61D-E31C6657F26F}" type="slidenum">
              <a:rPr lang="pt-BR" noProof="0" smtClean="0"/>
              <a:pPr/>
              <a:t>‹nº›</a:t>
            </a:fld>
            <a:r>
              <a:rPr lang="pt-B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6C98F49-77D6-4D48-BB68-E4DB33EE5B06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F379B94-F7A6-4BC6-8A31-032F8D94B5BD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35DBF44-9F2F-4201-8CE2-C12E521BC56C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BAD7B4B-23CA-4460-862D-E2D3E21E1E07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2F45EDE-4BCD-4C98-AD18-04AAF5D19C9A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67FE631-0B6D-4712-BEFD-FF38CEB37A4A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9DA96DE-A078-4676-8F38-EBC20B81DF35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951F9-CFF6-4C18-A9A8-D5A0842ABF9A}" type="datetime1">
              <a:rPr lang="pt-BR" noProof="0" smtClean="0"/>
              <a:pPr/>
              <a:t>29/06/2023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pt-BR" noProof="0" smtClean="0"/>
              <a:pPr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1065214" y="3717032"/>
            <a:ext cx="7621486" cy="1007368"/>
          </a:xfrm>
        </p:spPr>
        <p:txBody>
          <a:bodyPr rtlCol="0"/>
          <a:lstStyle/>
          <a:p>
            <a:pPr rtl="0"/>
            <a:r>
              <a:rPr lang="en-US" dirty="0"/>
              <a:t>Diagrama de projeto</a:t>
            </a: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1788839" cy="500608"/>
          </a:xfrm>
        </p:spPr>
        <p:txBody>
          <a:bodyPr rtlCol="0"/>
          <a:lstStyle/>
          <a:p>
            <a:pPr rtl="0"/>
            <a:r>
              <a:rPr lang="pt-BR" dirty="0"/>
              <a:t>P</a:t>
            </a:r>
            <a:r>
              <a:rPr lang="pt-br" dirty="0"/>
              <a:t>rotótipo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22413" y="980728"/>
            <a:ext cx="9144001" cy="771872"/>
          </a:xfrm>
        </p:spPr>
        <p:txBody>
          <a:bodyPr rtlCol="0"/>
          <a:lstStyle/>
          <a:p>
            <a:pPr rtl="0"/>
            <a:r>
              <a:rPr lang="pt-BR" dirty="0"/>
              <a:t>Principais focos:</a:t>
            </a:r>
            <a:endParaRPr lang="en-US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1522413" y="2276872"/>
            <a:ext cx="9134391" cy="4114801"/>
          </a:xfrm>
        </p:spPr>
        <p:txBody>
          <a:bodyPr rtlCol="0"/>
          <a:lstStyle/>
          <a:p>
            <a:pPr rtl="0"/>
            <a:r>
              <a:rPr lang="pt-br" dirty="0"/>
              <a:t>Páginas do Website</a:t>
            </a:r>
          </a:p>
          <a:p>
            <a:pPr rtl="0"/>
            <a:r>
              <a:rPr lang="pt-br" dirty="0"/>
              <a:t>Principais interações com o sistema</a:t>
            </a:r>
            <a:endParaRPr lang="pt-BR" dirty="0"/>
          </a:p>
          <a:p>
            <a:pPr rtl="0"/>
            <a:r>
              <a:rPr lang="pt-br" dirty="0"/>
              <a:t>Funcionalidades do sistema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1C582F22-04DF-214A-1D2D-536D9D6B36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5950396" y="661662"/>
            <a:ext cx="4827269" cy="5334000"/>
          </a:xfrm>
          <a:noFill/>
        </p:spPr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057608" y="685800"/>
            <a:ext cx="3596607" cy="1215008"/>
          </a:xfrm>
        </p:spPr>
        <p:txBody>
          <a:bodyPr rtlCol="0" anchor="b">
            <a:normAutofit/>
          </a:bodyPr>
          <a:lstStyle/>
          <a:p>
            <a:pPr rtl="0"/>
            <a:r>
              <a:rPr lang="en-US" u="sng" dirty="0"/>
              <a:t>HOME/area principal do site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E124947-252E-76D1-2C1D-E7180F3DD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5213" y="2371739"/>
            <a:ext cx="3581399" cy="156131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Modelo da página de início do site onde o usuário terá a maior parte de interações com o programa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2BBA82B-1F60-76D0-28EB-9E7DF396E76D}"/>
              </a:ext>
            </a:extLst>
          </p:cNvPr>
          <p:cNvSpPr/>
          <p:nvPr/>
        </p:nvSpPr>
        <p:spPr>
          <a:xfrm flipV="1">
            <a:off x="8124676" y="2348880"/>
            <a:ext cx="49445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DCCB9A9-D464-D691-8D71-7757535B3AC4}"/>
              </a:ext>
            </a:extLst>
          </p:cNvPr>
          <p:cNvSpPr/>
          <p:nvPr/>
        </p:nvSpPr>
        <p:spPr>
          <a:xfrm flipV="1">
            <a:off x="8254652" y="2348880"/>
            <a:ext cx="49445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A3AF015-F080-FF59-D2CC-C0AE14C776B4}"/>
              </a:ext>
            </a:extLst>
          </p:cNvPr>
          <p:cNvSpPr/>
          <p:nvPr/>
        </p:nvSpPr>
        <p:spPr>
          <a:xfrm flipV="1">
            <a:off x="7995378" y="2348880"/>
            <a:ext cx="49445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D7F2AFC-5B8E-97F7-AFF3-8F8EE8C99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029" y="980728"/>
            <a:ext cx="3596607" cy="1228328"/>
          </a:xfrm>
        </p:spPr>
        <p:txBody>
          <a:bodyPr/>
          <a:lstStyle/>
          <a:p>
            <a:r>
              <a:rPr lang="en-US" u="sng" dirty="0"/>
              <a:t>Interações com o sistema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502E5656-9BD9-BD9D-815A-DEC4AC79C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2364" y="692696"/>
            <a:ext cx="5545043" cy="5334000"/>
          </a:xfrm>
          <a:noFill/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F0E309A-F6A2-1D2F-73BC-F4F64BE38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5029" y="2636912"/>
            <a:ext cx="3581399" cy="2811760"/>
          </a:xfrm>
        </p:spPr>
        <p:txBody>
          <a:bodyPr/>
          <a:lstStyle/>
          <a:p>
            <a:r>
              <a:rPr lang="en-US" dirty="0"/>
              <a:t>As principais interações do usuário com o sistema: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69FE6F9-6C85-1E33-0BBF-12890D9E4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1000506"/>
            <a:ext cx="5257801" cy="4704587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</a:ln>
        </p:spPr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213076" y="1196752"/>
            <a:ext cx="3596607" cy="1147935"/>
          </a:xfrm>
        </p:spPr>
        <p:txBody>
          <a:bodyPr rtlCol="0" anchor="b">
            <a:normAutofit/>
          </a:bodyPr>
          <a:lstStyle/>
          <a:p>
            <a:pPr rtl="0"/>
            <a:r>
              <a:rPr lang="pt-BR" u="sng" dirty="0"/>
              <a:t>Área de login do usuário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3B662E2-519B-742D-2605-FC8212F4B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3076" y="2996952"/>
            <a:ext cx="3581399" cy="2708141"/>
          </a:xfrm>
        </p:spPr>
        <p:txBody>
          <a:bodyPr/>
          <a:lstStyle/>
          <a:p>
            <a:r>
              <a:rPr lang="en-US" dirty="0"/>
              <a:t>Modelo de página para login:</a:t>
            </a:r>
          </a:p>
        </p:txBody>
      </p:sp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8935DB0-C472-CAF3-7D1E-18B2B1726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322" y="685800"/>
            <a:ext cx="5659417" cy="53340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</a:ln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03E0421-22AA-5FAE-A121-7C92E035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608" y="980728"/>
            <a:ext cx="3596607" cy="1371600"/>
          </a:xfrm>
        </p:spPr>
        <p:txBody>
          <a:bodyPr anchor="b">
            <a:normAutofit/>
          </a:bodyPr>
          <a:lstStyle/>
          <a:p>
            <a:r>
              <a:rPr lang="en-US" u="sng" dirty="0"/>
              <a:t>Interação com a área privada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F0A886-2B75-1DAC-9DE3-3E28ECB75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883" y="2667000"/>
            <a:ext cx="3581399" cy="1371600"/>
          </a:xfrm>
        </p:spPr>
        <p:txBody>
          <a:bodyPr>
            <a:normAutofit/>
          </a:bodyPr>
          <a:lstStyle/>
          <a:p>
            <a:r>
              <a:rPr lang="en-US" dirty="0"/>
              <a:t>Solicitações do usuário com o sistema:</a:t>
            </a:r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FB17B95-4959-B0ED-A661-950709C1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336" y="3001516"/>
            <a:ext cx="1368152" cy="854968"/>
          </a:xfrm>
        </p:spPr>
        <p:txBody>
          <a:bodyPr>
            <a:normAutofit/>
          </a:bodyPr>
          <a:lstStyle/>
          <a:p>
            <a:pPr algn="ctr"/>
            <a:r>
              <a:rPr lang="pt-BR" sz="5400" dirty="0"/>
              <a:t>FIM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094CA-4B7E-D8BA-63B7-23727F320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27984" y="6165304"/>
            <a:ext cx="1932855" cy="364976"/>
          </a:xfrm>
        </p:spPr>
        <p:txBody>
          <a:bodyPr>
            <a:normAutofit/>
          </a:bodyPr>
          <a:lstStyle/>
          <a:p>
            <a:pPr algn="ctr"/>
            <a:r>
              <a:rPr lang="pt-BR" sz="1400" u="sng" dirty="0"/>
              <a:t>Matheus Henrique</a:t>
            </a:r>
          </a:p>
        </p:txBody>
      </p:sp>
    </p:spTree>
    <p:extLst>
      <p:ext uri="{BB962C8B-B14F-4D97-AF65-F5344CB8AC3E}">
        <p14:creationId xmlns:p14="http://schemas.microsoft.com/office/powerpoint/2010/main" val="397796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Túnel Azul Digita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" id="{9D3A0BA5-9BA3-4FF2-8DE9-02F032876D36}" vid="{5A33D4DE-F3FB-447A-BC59-822AF5AB6DE9}"/>
    </a:ext>
  </a:extLst>
</a:theme>
</file>

<file path=ppt/theme/theme2.xml><?xml version="1.0" encoding="utf-8"?>
<a:theme xmlns:a="http://schemas.openxmlformats.org/drawingml/2006/main" name="Tema do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E41224-0370-4595-877C-23316CD80004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profissional com túnel azul digital (widescreen)</Template>
  <TotalTime>384</TotalTime>
  <Words>82</Words>
  <Application>Microsoft Office PowerPoint</Application>
  <PresentationFormat>Personalizar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Corbel</vt:lpstr>
      <vt:lpstr>Túnel Azul Digital 16X9</vt:lpstr>
      <vt:lpstr>Diagrama de projeto</vt:lpstr>
      <vt:lpstr>Principais focos:</vt:lpstr>
      <vt:lpstr>HOME/area principal do site</vt:lpstr>
      <vt:lpstr>Interações com o sistema</vt:lpstr>
      <vt:lpstr>Área de login do usuário</vt:lpstr>
      <vt:lpstr>Interação com a área privada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projeto</dc:title>
  <dc:creator>MATHEUS HENRIQUE NASCIMENTO REIS</dc:creator>
  <cp:lastModifiedBy>MATHEUS HENRIQUE NASCIMENTO REIS</cp:lastModifiedBy>
  <cp:revision>5</cp:revision>
  <dcterms:created xsi:type="dcterms:W3CDTF">2023-06-26T16:54:48Z</dcterms:created>
  <dcterms:modified xsi:type="dcterms:W3CDTF">2023-06-29T17:47:29Z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